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Backpropagation in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Neural Networks Learn from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Backpropagation is the backbone of neural network training.</a:t>
            </a:r>
          </a:p>
          <a:p>
            <a:r>
              <a:t>It adjusts weights to minimize prediction error.</a:t>
            </a:r>
          </a:p>
          <a:p>
            <a:r>
              <a:t>Works by propagating the error backward.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 are passed through the network.</a:t>
            </a:r>
          </a:p>
          <a:p>
            <a:r>
              <a:t>Each neuron applies weights and activation functions.</a:t>
            </a:r>
          </a:p>
          <a:p>
            <a:r>
              <a:t>Output is generated (Ŷ).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predicted output (Ŷ) with actual output (Y).</a:t>
            </a:r>
          </a:p>
          <a:p>
            <a:r>
              <a:t>Error = Y - Ŷ.</a:t>
            </a:r>
          </a:p>
          <a:p>
            <a:r>
              <a:t>This error guides the corrections.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Backward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is propagated backward through the network.</a:t>
            </a:r>
          </a:p>
          <a:p>
            <a:r>
              <a:t>Weights are adjusted using Gradient Descent.</a:t>
            </a:r>
          </a:p>
          <a:p>
            <a:r>
              <a:t>Goal: minimize the error step by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Backpropagation enables neural networks to learn.</a:t>
            </a:r>
          </a:p>
          <a:p>
            <a:r>
              <a:t>It iteratively updates weights based on errors.</a:t>
            </a:r>
          </a:p>
          <a:p>
            <a:r>
              <a:t>Core technique behind modern deep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Backpropagation Works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X1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7432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X2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36576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X3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18288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H1</a:t>
            </a:r>
          </a:p>
        </p:txBody>
      </p:sp>
      <p:sp>
        <p:nvSpPr>
          <p:cNvPr id="7" name="Oval 6"/>
          <p:cNvSpPr/>
          <p:nvPr/>
        </p:nvSpPr>
        <p:spPr>
          <a:xfrm>
            <a:off x="2743200" y="27432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H2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3657600"/>
            <a:ext cx="640080" cy="6400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H3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22860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Ŷ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28600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3657600"/>
            <a:ext cx="137160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Error = Y - 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2103120"/>
            <a:ext cx="118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54480" y="3017520"/>
            <a:ext cx="118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54480" y="3931920"/>
            <a:ext cx="11887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83280" y="2103120"/>
            <a:ext cx="118872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383280" y="2468880"/>
            <a:ext cx="1188720" cy="548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383280" y="2468880"/>
            <a:ext cx="1188720" cy="146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0" y="27432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29200" y="3200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